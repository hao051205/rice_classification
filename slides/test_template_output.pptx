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8"/>
    <p:sldId id="257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96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8" roundtripDataSignature="AMtx7mh0TxHugZV7z9b1o6k6FNE9ZIYC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BCA32F-9013-498E-886E-8B101F2C3CD9}">
  <a:tblStyle styleId="{93BCA32F-9013-498E-886E-8B101F2C3CD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CE7"/>
          </a:solidFill>
        </a:fill>
      </a:tcStyle>
    </a:wholeTbl>
    <a:band1H>
      <a:tcTxStyle b="off" i="off"/>
      <a:tcStyle>
        <a:fill>
          <a:solidFill>
            <a:srgbClr val="F8D6CC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8D6CC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96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5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53"/>
          <p:cNvSpPr/>
          <p:nvPr/>
        </p:nvSpPr>
        <p:spPr>
          <a:xfrm rot="2700000">
            <a:off x="7985534" y="2232903"/>
            <a:ext cx="463379" cy="463379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56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53"/>
          <p:cNvSpPr/>
          <p:nvPr/>
        </p:nvSpPr>
        <p:spPr>
          <a:xfrm rot="2700000">
            <a:off x="8194908" y="2451725"/>
            <a:ext cx="2015208" cy="2015208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56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Google Shape;23;p53"/>
          <p:cNvSpPr/>
          <p:nvPr/>
        </p:nvSpPr>
        <p:spPr>
          <a:xfrm rot="2700000">
            <a:off x="9458589" y="3489237"/>
            <a:ext cx="1842556" cy="184255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56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53"/>
          <p:cNvSpPr/>
          <p:nvPr/>
        </p:nvSpPr>
        <p:spPr>
          <a:xfrm rot="2700000">
            <a:off x="10124418" y="582097"/>
            <a:ext cx="5693806" cy="5693806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56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Google Shape;25;p53"/>
          <p:cNvSpPr/>
          <p:nvPr/>
        </p:nvSpPr>
        <p:spPr>
          <a:xfrm rot="2700000">
            <a:off x="8991121" y="2376888"/>
            <a:ext cx="2164882" cy="216488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ctr" dir="5400000" dist="19050">
              <a:srgbClr val="000000">
                <a:alpha val="6156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6;p53"/>
          <p:cNvSpPr/>
          <p:nvPr/>
        </p:nvSpPr>
        <p:spPr>
          <a:xfrm rot="2700000">
            <a:off x="8365276" y="4676059"/>
            <a:ext cx="618605" cy="618605"/>
          </a:xfrm>
          <a:prstGeom prst="rect">
            <a:avLst/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156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" name="Google Shape;27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3209" y="331948"/>
            <a:ext cx="7330782" cy="793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" name="Google Shape;34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29" y="0"/>
            <a:ext cx="12189542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5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5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5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5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6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6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